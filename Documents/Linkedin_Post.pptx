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5" y="7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1DA71-6772-21E5-756C-37B05EED9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2164B-5FA8-3DE2-9679-511BAB1E9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755D7-B2C6-2292-B49F-B4FC64D4E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C1BC0-0020-4BB8-C9BF-22FD6B47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D047F-158E-129E-3232-378C6F0B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3519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5448-14D0-D4B6-E4FB-6563DBEB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2EB67-9974-361A-D558-715DBE0DE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56D6E-4AB1-1359-BA6F-9DB22AD7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DEAD6-B91C-6814-D0D3-3B1AC3C5C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E0EF7-F4FA-DF3D-3397-E43F03A3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2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F752-F1B0-F5A9-324F-38DC2022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E87D8-B6AE-57D1-69C8-19F6FCD0D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77A08-9D11-724F-8A73-181A285C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77A5-3B7D-62D9-C419-FF7E3CB31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94CA9-D95D-D924-FDFC-C3AA0806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765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635B-E6AC-56EF-A54E-560E1371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6FFDB-F44F-29DF-243A-B258FAFED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FFE0F-E765-D106-FAEF-52A3EFC95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25124-96E5-20D3-9261-105288C09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1C77A-E4D6-19FB-4078-5ED68A61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B20FF-DD12-AEE5-9E57-F111B8C3C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659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0A654-D973-E135-C270-0F80DBFB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5B99B-A99B-FE96-373A-4E40D19EC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1280B-D1A5-4D06-3D8F-ACC9697B1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7147E5-2899-8D95-9007-2838DC8D0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C79A9-49AD-1546-B8B5-620CB0D9C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C2712C-BB85-1C51-509A-18D37E0C4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0A975C-B60B-8B7F-F38F-D1A983FD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25397F-3C00-D925-3019-4192A2CC8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3151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D67B9-95F5-0015-D462-506068F1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A3856-8B44-2919-EE10-35778B61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6806F-9894-5163-417D-79791034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3B925-E6C1-326C-370C-061A1BDC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340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969A00-0CF0-014D-7159-FC6CC02B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665E9-CD77-9622-3CAC-96D102C0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5E06-1527-FF1A-7893-708679ED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88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55B6-7538-1D1F-2351-28D172D0F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87712-AA5D-54DE-35E7-D9891D540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528B2-7E5A-F17A-585C-B765B6457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933EA-3766-D45B-9645-70C706ABF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A9D30-6743-7324-B9E8-918F6DD99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20807-442C-3389-3792-DAFB9375F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258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696D-AB74-B2AD-4722-D9F5A7E3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92F9EF-B708-835B-675A-06A643985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EA02A-AA26-5F8C-2454-E8E21466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5E646-C6A8-F641-4C6E-0BA2588FE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ED44B-075E-58E5-5D46-6544B76A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A9E3E-3DC3-4CE0-B729-BFCAB8E3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32119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4CF1-6436-B24C-2A9D-15D1D696D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8FC83-B426-0210-89DE-DE528BB8D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0879-0EA6-2977-57A6-A97319DC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8ACB5-65BB-79C8-24A5-DB61F3E2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111FB-1CDE-DD1E-ABAA-830CE765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275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496276-67AA-EB0D-E333-3563EBE30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24C81-A1F3-B5C8-D304-B92902035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D80CF-E61F-071A-0C29-D00F5604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3D80A-315E-79AC-17FD-B3B1C65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7C864-65A1-1E41-0A47-0F670C73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466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B625E-226B-96EA-ECC0-C34094315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CC80E-3A59-E9EF-9CB6-AABDD68C5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0FF3E-39EA-2F58-FB4C-37F3D6B8C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61EBC-EFFD-4A53-9872-8A7436606C0A}" type="datetimeFigureOut">
              <a:rPr lang="LID4096" smtClean="0"/>
              <a:t>06/14/2026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11EE-8863-F60C-88D5-6779A6590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E4486-70BC-8010-4E2E-8569DBA4F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F39B0-8AD8-4C0F-8B0C-5661A71E1E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508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724C-0EA2-6E0E-7022-2A6B255A0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703" y="1122363"/>
            <a:ext cx="10297297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Configurable Packet Modifier (CPM)</a:t>
            </a:r>
            <a:br>
              <a:rPr lang="en-US" dirty="0"/>
            </a:br>
            <a:r>
              <a:rPr lang="en-US" dirty="0"/>
              <a:t>Verification Environment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05BCD-7F80-986C-A110-ADB858C92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59026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Configurable Packet Modifier (CPM) Verification Environment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Meitar Shimoni</dc:creator>
  <cp:lastModifiedBy>Meitar Shimoni</cp:lastModifiedBy>
  <cp:revision>2</cp:revision>
  <dcterms:created xsi:type="dcterms:W3CDTF">2026-06-14T16:51:27Z</dcterms:created>
  <dcterms:modified xsi:type="dcterms:W3CDTF">2026-06-14T16:52:25Z</dcterms:modified>
</cp:coreProperties>
</file>