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  <p:bold r:id="rId18"/>
      <p:italic r:id="rId19"/>
    </p:embeddedFont>
    <p:embeddedFont>
      <p:font typeface="DM Sans Bold" charset="0"/>
      <p:bold r:id="rId20"/>
    </p:embeddedFont>
    <p:embeddedFont>
      <p:font typeface="PT Serif" panose="020A0603040505020204" pitchFamily="18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73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17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Google and Reichman Tech School | Reichman University">
            <a:extLst>
              <a:ext uri="{FF2B5EF4-FFF2-40B4-BE49-F238E27FC236}">
                <a16:creationId xmlns:a16="http://schemas.microsoft.com/office/drawing/2014/main" id="{6E2C694E-F2F3-90B1-4340-0CB2729C2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496" y="7346373"/>
            <a:ext cx="3987904" cy="88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1575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5641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Lab 1: Verifying a Timer Using UVM RAL Objective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4257789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Integrate a generated UVM register model into a working UVM environment and prepare it for RAL-based testing.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5C0E1BF-D9E0-C762-58A7-9064D7CC17BD}"/>
              </a:ext>
            </a:extLst>
          </p:cNvPr>
          <p:cNvSpPr/>
          <p:nvPr/>
        </p:nvSpPr>
        <p:spPr>
          <a:xfrm>
            <a:off x="793790" y="561843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SystemVerilog and UVM Verification Course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A197FE-4A56-74A6-4703-EF1B6FE4A84A}"/>
              </a:ext>
            </a:extLst>
          </p:cNvPr>
          <p:cNvSpPr/>
          <p:nvPr/>
        </p:nvSpPr>
        <p:spPr>
          <a:xfrm>
            <a:off x="793790" y="6236490"/>
            <a:ext cx="235767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Nadav Talmon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587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 will: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433763"/>
            <a:ext cx="3090505" cy="1941909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660577"/>
            <a:ext cx="2636877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 a DUT register specification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111109" y="3433763"/>
            <a:ext cx="3090624" cy="1941909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4337923" y="3660577"/>
            <a:ext cx="263699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Implement a uvm_reg_adapter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428548" y="3433763"/>
            <a:ext cx="3090624" cy="1941909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655362" y="3660577"/>
            <a:ext cx="2636996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Integrate a RAL model and predictor into the environment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0745986" y="3433763"/>
            <a:ext cx="3090624" cy="1941909"/>
          </a:xfrm>
          <a:prstGeom prst="roundRect">
            <a:avLst>
              <a:gd name="adj" fmla="val 1752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0" y="3660577"/>
            <a:ext cx="2636996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Prepare the testbench for RAL-based sequences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93790" y="56308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are not expected to complete full tests during class.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6676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Lab Structure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17456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lab is divided into four parts: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832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238268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412575"/>
            <a:ext cx="612993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 the DUT and register specification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428548" y="38832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423826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4412575"/>
            <a:ext cx="440507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Inspect the generated RAL model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93790" y="518148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53652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5710833"/>
            <a:ext cx="367557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Implement the RAL adapter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28548" y="518148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8" y="553652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28548" y="5710833"/>
            <a:ext cx="475976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Integrate RAL into the environment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651391"/>
            <a:ext cx="9496306" cy="726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A: The Design Under Test (DUT)</a:t>
            </a:r>
            <a:endParaRPr lang="en-US" sz="4550" dirty="0"/>
          </a:p>
        </p:txBody>
      </p:sp>
      <p:sp>
        <p:nvSpPr>
          <p:cNvPr id="3" name="Text 1"/>
          <p:cNvSpPr/>
          <p:nvPr/>
        </p:nvSpPr>
        <p:spPr>
          <a:xfrm>
            <a:off x="775216" y="1464469"/>
            <a:ext cx="4651296" cy="581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775216" y="2370177"/>
            <a:ext cx="13079968" cy="43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what the hardware does before verifying it.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75216" y="3132177"/>
            <a:ext cx="4400431" cy="43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A1. Simple Timer Unit (STU)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5216" y="3892510"/>
            <a:ext cx="1307996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DUT is a Simple Timer Unit (STU) controlled entirely through registers.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5216" y="4702135"/>
            <a:ext cx="2907030" cy="36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Functional behavior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75216" y="5281732"/>
            <a:ext cx="6269831" cy="1050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Loads a value from LOAD_VAL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Counts down once per clock cycle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 a DONE flag when the counter reaches zero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92973" y="4702135"/>
            <a:ext cx="2933700" cy="36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Control characteristics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592973" y="5281732"/>
            <a:ext cx="6269831" cy="1400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Controlled through a CONTROL register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is self-clearing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DONE is write-1-to-clear (W1C)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BUSY reflects internal activity and is read-only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5216" y="6850475"/>
            <a:ext cx="13079968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behaviors are intentional and will directly affect RAL behavior.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2961"/>
            <a:ext cx="772120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B: Register Specification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667947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260354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the source of truth used to generate the RAL model.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397210"/>
            <a:ext cx="471809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B1. Register Specification File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30436" y="4183975"/>
            <a:ext cx="4531876" cy="2594491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7250" y="44107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Open: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57250" y="5009674"/>
            <a:ext cx="4078248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Design/registers.csv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559981" y="44107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Identify: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559981" y="5009674"/>
            <a:ext cx="828413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Register names and offsets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access types (RW / RO / W1C)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Reset values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registers represent control vs status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795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file is used to auto-generate the RAL model.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636270"/>
            <a:ext cx="10775275" cy="736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C: Inspect the Generated RAL Model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85813" y="1461849"/>
            <a:ext cx="4715351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85813" y="2384584"/>
            <a:ext cx="13058775" cy="446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what RAL gives you for free — and what it does not.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5813" y="3164681"/>
            <a:ext cx="3536513" cy="441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C1. Generated Code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785813" y="4162187"/>
            <a:ext cx="2947035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Open: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85813" y="4752618"/>
            <a:ext cx="4214574" cy="365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Verification/ral/stu_ral.sv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5813" y="5339834"/>
            <a:ext cx="2947035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Locate: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85813" y="5930265"/>
            <a:ext cx="4214574" cy="1429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stu_ral_model class (uvm_reg_block)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least one uvm_reg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least one uvm_reg_field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555694" y="4190048"/>
            <a:ext cx="8296513" cy="2810828"/>
          </a:xfrm>
          <a:prstGeom prst="roundRect">
            <a:avLst>
              <a:gd name="adj" fmla="val 1198"/>
            </a:avLst>
          </a:prstGeom>
          <a:solidFill>
            <a:srgbClr val="FFCDB3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127" y="4525566"/>
            <a:ext cx="280630" cy="22443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85190" y="4468297"/>
            <a:ext cx="7342584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are not expected to understand every line.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5190" y="5025747"/>
            <a:ext cx="7342584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are expected to understand: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285190" y="5583198"/>
            <a:ext cx="7342584" cy="1072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registers map to addresses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fields map to bits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reset values are defined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541" y="764381"/>
            <a:ext cx="8442603" cy="66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D: Implement the RAL Adapter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08541" y="1501021"/>
            <a:ext cx="4251603" cy="53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08541" y="2303383"/>
            <a:ext cx="13213318" cy="38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Translate abstract RAL operations into real bus transactions.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08541" y="2889766"/>
            <a:ext cx="1321331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most critical part of the workshop.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8541" y="3467100"/>
            <a:ext cx="3769638" cy="398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D1. Adapter Responsibility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08541" y="4136588"/>
            <a:ext cx="1321331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adapter converts between: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8541" y="4646176"/>
            <a:ext cx="13213318" cy="61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uvm_reg_bus_op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(generic RAL operation)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stu_seq_item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(bus-specific transaction)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8541" y="5462478"/>
            <a:ext cx="1321331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determines: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08541" y="5972066"/>
            <a:ext cx="13213318" cy="1226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Whether an operation is a READ or WRITE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address is accessed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data is transferred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RAL learns what happened on the bus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191" y="663416"/>
            <a:ext cx="3457218" cy="43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D2. File to Edit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8191" y="1626632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Open: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768191" y="2199203"/>
            <a:ext cx="4234696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Verification/ral/stu_reg_adapter.sv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546050" y="1626632"/>
            <a:ext cx="2881074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 must implement: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546050" y="2199203"/>
            <a:ext cx="8323659" cy="691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reg2bus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bus2reg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546050" y="3081404"/>
            <a:ext cx="8323659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not guess. Think carefully about who calls these functions and why.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8191" y="3936630"/>
            <a:ext cx="5367457" cy="432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D3. Concept Check (Before Coding)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68191" y="4687438"/>
            <a:ext cx="1309401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should be able to reason about: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191" y="5271916"/>
            <a:ext cx="13094018" cy="1382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calls reg2bus()?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calls bus2reg()?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does RAL care about write data?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does prediction exist at all?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191" y="6893084"/>
            <a:ext cx="1309401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these are unclear — that is expected at this stage.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9127" y="947857"/>
            <a:ext cx="8417123" cy="544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E: Integrate RAL into the Environment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589127" y="1540788"/>
            <a:ext cx="3485317" cy="435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89127" y="2158365"/>
            <a:ext cx="11452027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Wire the RAL model into the UVM environment so it stays synchronized with hardware.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89127" y="2627709"/>
            <a:ext cx="2614017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E1. File to Edit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589127" y="3257907"/>
            <a:ext cx="2178368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89127" y="3651528"/>
            <a:ext cx="374499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Verification/env/stu_env.sv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46552" y="3257907"/>
            <a:ext cx="2178368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 will: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46552" y="3651528"/>
            <a:ext cx="7302103" cy="114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Instantiate the RAL model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Instantiate the adapter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Instantiate the predictor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predictor to the monitor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Bind the register map to the sequencer and adapter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89127" y="5025617"/>
            <a:ext cx="287905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E2. Integration Checklist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589127" y="5534490"/>
            <a:ext cx="11452027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compiling, confirm: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89127" y="5900964"/>
            <a:ext cx="2772013" cy="844868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77841" y="6089678"/>
            <a:ext cx="2394585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register model is built (</a:t>
            </a:r>
            <a:r>
              <a:rPr lang="en-US" sz="13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build()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2465" y="5900964"/>
            <a:ext cx="2772013" cy="844868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1179" y="6089678"/>
            <a:ext cx="239458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adapter is assigned to the map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75803" y="5900964"/>
            <a:ext cx="2772013" cy="844868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517" y="6089678"/>
            <a:ext cx="239458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predictor listens to the monitor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269141" y="5900964"/>
            <a:ext cx="2772013" cy="844868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57855" y="6089678"/>
            <a:ext cx="239458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predictor knows which adapter to use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89127" y="6882396"/>
            <a:ext cx="11452027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any one of these leads to silent errors.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5846"/>
            <a:ext cx="730150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 F: Compile and Reason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890832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Goal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282642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 behavior and reason about architecture — not write tests yet.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20095"/>
            <a:ext cx="5401747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Think Like a Verification Engineer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3790" y="44068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yourself: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33951" y="5228987"/>
            <a:ext cx="1270265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hardware updates a status register internally, who updates the model?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mirrored values are wrong, where would you debug?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breaks if the adapter is incorrect but simulation still runs?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024914"/>
            <a:ext cx="30480" cy="153066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793790" y="66522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questions matter more than finishing code.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747</Words>
  <Application>Microsoft Office PowerPoint</Application>
  <PresentationFormat>Custom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PT Serif</vt:lpstr>
      <vt:lpstr>Consolas</vt:lpstr>
      <vt:lpstr>Arial</vt:lpstr>
      <vt:lpstr>DM Sans Bold</vt:lpstr>
      <vt:lpstr>DM Sans</vt:lpstr>
      <vt:lpstr>PT Serif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Nadav Talmon</dc:creator>
  <cp:lastModifiedBy>Nadav Talmon</cp:lastModifiedBy>
  <cp:revision>4</cp:revision>
  <dcterms:created xsi:type="dcterms:W3CDTF">2026-02-05T20:46:30Z</dcterms:created>
  <dcterms:modified xsi:type="dcterms:W3CDTF">2026-02-05T21:03:59Z</dcterms:modified>
</cp:coreProperties>
</file>